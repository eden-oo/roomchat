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852160" cy="5852160"/>
          </a:xfrm>
          <a:prstGeom prst="ellipse">
            <a:avLst/>
          </a:prstGeom>
          <a:solidFill>
            <a:srgbClr val="1321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9646920" y="86868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· DEVELOPMENT TECHNIQUE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Engineering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software with AI agents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4114800"/>
            <a:ext cx="5212080" cy="841248"/>
          </a:xfrm>
          <a:prstGeom prst="rect">
            <a:avLst/>
          </a:prstGeom>
          <a:solidFill>
            <a:srgbClr val="13213B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4114800"/>
            <a:ext cx="82296" cy="8412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4114800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(!done) {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agent.work()</a:t>
            </a:r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525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loops, not prompts.”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example: building &amp; deploying RoomChat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37744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457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prompting. Start looping.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074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40280"/>
            <a:ext cx="868680" cy="86868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323" y="244876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3774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One-shot prompt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51560" y="3429000"/>
            <a:ext cx="4251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craft the perfect prompt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answers once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time, you start from scratch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drifts, nothing compounds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1874520"/>
            <a:ext cx="5074920" cy="3977640"/>
          </a:xfrm>
          <a:prstGeom prst="rect">
            <a:avLst/>
          </a:prstGeom>
          <a:solidFill>
            <a:srgbClr val="062E2C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1874520"/>
            <a:ext cx="507492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2240280"/>
            <a:ext cx="868680" cy="8686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163" y="2448763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5240" y="23774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loop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29400" y="3429000"/>
            <a:ext cx="4251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design a system that prompts the AI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works, checks itself, retries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until the goal is met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steer — the agent executes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  ·  RoomChat worked example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37744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457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loop?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1143000"/>
          </a:xfrm>
          <a:prstGeom prst="rect">
            <a:avLst/>
          </a:prstGeom>
          <a:solidFill>
            <a:srgbClr val="062E2C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828800"/>
            <a:ext cx="99971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loop = a clear goal  +  the AI doing the work  +  a check  +  a repeat — </a:t>
            </a:r>
            <a:pPr indent="0" marL="0">
              <a:buNone/>
            </a:pPr>
            <a:r>
              <a:rPr lang="en-US" sz="21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until it's done.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a loop and not just a scheduled job: a decision inside the loop body. The system reads the result, judges it, and decides what to do next.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206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8688" y="4498848"/>
            <a:ext cx="310896" cy="2926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703320" y="42062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03320" y="4206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4498848"/>
            <a:ext cx="310896" cy="2926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83680" y="42062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583680" y="4206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</a:t>
            </a:r>
            <a:endParaRPr lang="en-US" sz="1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08" y="4498848"/>
            <a:ext cx="310896" cy="2926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464040" y="42062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9464040" y="4206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write loops, the loops do the work.”  — attributed to the creator of Claude Code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  ·  RoomChat worked example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37744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457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loops beat prompts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85416"/>
            <a:ext cx="676656" cy="676656"/>
          </a:xfrm>
          <a:prstGeom prst="ellipse">
            <a:avLst/>
          </a:prstGeom>
          <a:solidFill>
            <a:srgbClr val="E6FB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517" y="2347813"/>
            <a:ext cx="351861" cy="3518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057400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&gt; model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65960" y="2496312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around the AI — the goal, the checks, the guardrails — matters more than which model you use. A modest model in a good loop beats a frontier model running blind.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3337560"/>
            <a:ext cx="1091153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648456"/>
            <a:ext cx="676656" cy="676656"/>
          </a:xfrm>
          <a:prstGeom prst="ellipse">
            <a:avLst/>
          </a:prstGeom>
          <a:solidFill>
            <a:srgbClr val="E6FB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17" y="3810853"/>
            <a:ext cx="351861" cy="3518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3520440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 context each cycle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1965960" y="3959352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gets less reliable as one conversation grows. Restarting each loop with state saved in a file keeps it sharp — the core trick behind the “Ralph loop.”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" y="4800600"/>
            <a:ext cx="1091153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5111496"/>
            <a:ext cx="676656" cy="676656"/>
          </a:xfrm>
          <a:prstGeom prst="ellipse">
            <a:avLst/>
          </a:prstGeom>
          <a:solidFill>
            <a:srgbClr val="E6FB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17" y="5273893"/>
            <a:ext cx="351861" cy="3518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4983480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design, it executes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1965960" y="5422392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goal and the limits; the agent does the typing. The skill shifts from wording prompts to designing the machine that prompts.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  ·  RoomChat worked example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37744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457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ANATOMY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good loop has 4 parts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271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91440" cy="1874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167128"/>
            <a:ext cx="731520" cy="731520"/>
          </a:xfrm>
          <a:prstGeom prst="ellipse">
            <a:avLst/>
          </a:prstGeom>
          <a:solidFill>
            <a:srgbClr val="E6FBF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342693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258568"/>
            <a:ext cx="376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Goal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2953512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concrete, checkable definition of “done right.” If you can't say how you'd verify it, it isn't ready.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24448" y="1874520"/>
            <a:ext cx="52271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24448" y="1874520"/>
            <a:ext cx="91440" cy="1874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6644488" y="2167128"/>
            <a:ext cx="731520" cy="731520"/>
          </a:xfrm>
          <a:prstGeom prst="ellipse">
            <a:avLst/>
          </a:prstGeom>
          <a:solidFill>
            <a:srgbClr val="E6FBF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052" y="2342693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04608" y="2258568"/>
            <a:ext cx="376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Steps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90208" y="2953512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work — use plain deterministic logic where you can, the model only for real judgment.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4069080"/>
            <a:ext cx="52271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4069080"/>
            <a:ext cx="91440" cy="1874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5"/>
          <p:cNvSpPr/>
          <p:nvPr/>
        </p:nvSpPr>
        <p:spPr>
          <a:xfrm>
            <a:off x="960120" y="4361688"/>
            <a:ext cx="731520" cy="7315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5" y="4537253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20240" y="4453128"/>
            <a:ext cx="376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Verifier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005840" y="5148072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on the output before it's trusted. The most-skipped and highest-leverage part — AI grades itself too kindly.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324448" y="4069080"/>
            <a:ext cx="52271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24448" y="4069080"/>
            <a:ext cx="91440" cy="1874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6644488" y="4361688"/>
            <a:ext cx="731520" cy="7315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052" y="4537253"/>
            <a:ext cx="380390" cy="38039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04608" y="4453128"/>
            <a:ext cx="376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Termination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6690208" y="5148072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stop: a done-condition, a max-tries cap, a cost ceiling — so it can't thrash or run away.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  ·  RoomChat worked example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37744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457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CYCLE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 in motion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18592" y="2331720"/>
            <a:ext cx="18836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4392" y="2075688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304392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8592" y="27432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spec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progress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8832" y="2894076"/>
            <a:ext cx="310896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86304" y="2331720"/>
            <a:ext cx="18836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72104" y="2075688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3572104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886304" y="27432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next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unfinished task</a:t>
            </a:r>
            <a:endParaRPr lang="en-US" sz="13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544" y="2894076"/>
            <a:ext cx="310896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154016" y="2331720"/>
            <a:ext cx="18836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39816" y="2075688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3"/>
          <p:cNvSpPr/>
          <p:nvPr/>
        </p:nvSpPr>
        <p:spPr>
          <a:xfrm>
            <a:off x="5839816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154016" y="27432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just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task</a:t>
            </a:r>
            <a:endParaRPr lang="en-US" sz="13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256" y="2894076"/>
            <a:ext cx="310896" cy="29260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421728" y="2331720"/>
            <a:ext cx="18836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107528" y="2075688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17"/>
          <p:cNvSpPr/>
          <p:nvPr/>
        </p:nvSpPr>
        <p:spPr>
          <a:xfrm>
            <a:off x="8107528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7421728" y="27432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vs.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</a:t>
            </a:r>
            <a:endParaRPr lang="en-US" sz="13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968" y="2894076"/>
            <a:ext cx="310896" cy="29260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689440" y="2331720"/>
            <a:ext cx="188366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375240" y="2075688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1"/>
          <p:cNvSpPr/>
          <p:nvPr/>
        </p:nvSpPr>
        <p:spPr>
          <a:xfrm>
            <a:off x="10375240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689440" y="27432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 done,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618592" y="4251960"/>
            <a:ext cx="5294376" cy="640080"/>
          </a:xfrm>
          <a:prstGeom prst="roundRect">
            <a:avLst>
              <a:gd name="adj" fmla="val 14286"/>
            </a:avLst>
          </a:prstGeom>
          <a:solidFill>
            <a:srgbClr val="E6FBF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18592" y="4251960"/>
            <a:ext cx="5294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Repeat </a:t>
            </a:r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every task passes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78728" y="4251960"/>
            <a:ext cx="5294376" cy="64008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278728" y="4251960"/>
            <a:ext cx="5294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Hard stop </a:t>
            </a:r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done or capped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  ·  RoomChat worked example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37744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457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WORKED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project: RoomChat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023360" cy="39319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468880"/>
            <a:ext cx="1554480" cy="15544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2862072"/>
            <a:ext cx="768096" cy="7680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160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RoomChat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4709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name → join a room by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→ chat live with everyone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that room.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74920" y="1920240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+ Express + Socket.IO · in-memory · no database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74920" y="2423160"/>
            <a:ext cx="30554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74920" y="2423160"/>
            <a:ext cx="457200" cy="676656"/>
          </a:xfrm>
          <a:prstGeom prst="rect">
            <a:avLst/>
          </a:prstGeom>
          <a:solidFill>
            <a:srgbClr val="E6FBF7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242316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41848" y="2423160"/>
            <a:ext cx="24153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scaffold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13268" y="2423160"/>
            <a:ext cx="30554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13268" y="2423160"/>
            <a:ext cx="457200" cy="676656"/>
          </a:xfrm>
          <a:prstGeom prst="rect">
            <a:avLst/>
          </a:prstGeom>
          <a:solidFill>
            <a:srgbClr val="E6FBF7"/>
          </a:solidFill>
          <a:ln/>
        </p:spPr>
      </p:sp>
      <p:sp>
        <p:nvSpPr>
          <p:cNvPr id="17" name="Text 14"/>
          <p:cNvSpPr/>
          <p:nvPr/>
        </p:nvSpPr>
        <p:spPr>
          <a:xfrm>
            <a:off x="8313268" y="242316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880196" y="2423160"/>
            <a:ext cx="24153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(username + room)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074920" y="3264408"/>
            <a:ext cx="30554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74920" y="3264408"/>
            <a:ext cx="457200" cy="676656"/>
          </a:xfrm>
          <a:prstGeom prst="rect">
            <a:avLst/>
          </a:prstGeom>
          <a:solidFill>
            <a:srgbClr val="E6FBF7"/>
          </a:solidFill>
          <a:ln/>
        </p:spPr>
      </p:sp>
      <p:sp>
        <p:nvSpPr>
          <p:cNvPr id="21" name="Text 18"/>
          <p:cNvSpPr/>
          <p:nvPr/>
        </p:nvSpPr>
        <p:spPr>
          <a:xfrm>
            <a:off x="5074920" y="326440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41848" y="3264408"/>
            <a:ext cx="24153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/ create room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13268" y="3264408"/>
            <a:ext cx="30554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13268" y="3264408"/>
            <a:ext cx="457200" cy="676656"/>
          </a:xfrm>
          <a:prstGeom prst="rect">
            <a:avLst/>
          </a:prstGeom>
          <a:solidFill>
            <a:srgbClr val="E6FBF7"/>
          </a:solidFill>
          <a:ln/>
        </p:spPr>
      </p:sp>
      <p:sp>
        <p:nvSpPr>
          <p:cNvPr id="25" name="Text 22"/>
          <p:cNvSpPr/>
          <p:nvPr/>
        </p:nvSpPr>
        <p:spPr>
          <a:xfrm>
            <a:off x="8313268" y="326440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880196" y="3264408"/>
            <a:ext cx="24153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074920" y="4105656"/>
            <a:ext cx="30554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74920" y="4105656"/>
            <a:ext cx="457200" cy="676656"/>
          </a:xfrm>
          <a:prstGeom prst="rect">
            <a:avLst/>
          </a:prstGeom>
          <a:solidFill>
            <a:srgbClr val="E6FBF7"/>
          </a:solidFill>
          <a:ln/>
        </p:spPr>
      </p:sp>
      <p:sp>
        <p:nvSpPr>
          <p:cNvPr id="29" name="Text 26"/>
          <p:cNvSpPr/>
          <p:nvPr/>
        </p:nvSpPr>
        <p:spPr>
          <a:xfrm>
            <a:off x="5074920" y="41056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641848" y="4105656"/>
            <a:ext cx="24153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+ join/leave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8313268" y="4105656"/>
            <a:ext cx="30554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13268" y="4105656"/>
            <a:ext cx="457200" cy="676656"/>
          </a:xfrm>
          <a:prstGeom prst="rect">
            <a:avLst/>
          </a:prstGeom>
          <a:solidFill>
            <a:srgbClr val="E6FBF7"/>
          </a:solidFill>
          <a:ln/>
        </p:spPr>
      </p:sp>
      <p:sp>
        <p:nvSpPr>
          <p:cNvPr id="33" name="Text 30"/>
          <p:cNvSpPr/>
          <p:nvPr/>
        </p:nvSpPr>
        <p:spPr>
          <a:xfrm>
            <a:off x="8313268" y="41056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880196" y="4105656"/>
            <a:ext cx="24153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handling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5074920" y="4946904"/>
            <a:ext cx="30554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74920" y="4946904"/>
            <a:ext cx="457200" cy="676656"/>
          </a:xfrm>
          <a:prstGeom prst="rect">
            <a:avLst/>
          </a:prstGeom>
          <a:solidFill>
            <a:srgbClr val="E6FBF7"/>
          </a:solidFill>
          <a:ln/>
        </p:spPr>
      </p:sp>
      <p:sp>
        <p:nvSpPr>
          <p:cNvPr id="37" name="Text 34"/>
          <p:cNvSpPr/>
          <p:nvPr/>
        </p:nvSpPr>
        <p:spPr>
          <a:xfrm>
            <a:off x="5074920" y="494690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T7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641848" y="4946904"/>
            <a:ext cx="24153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safety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8313268" y="4946904"/>
            <a:ext cx="305546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313268" y="4946904"/>
            <a:ext cx="457200" cy="676656"/>
          </a:xfrm>
          <a:prstGeom prst="rect">
            <a:avLst/>
          </a:prstGeom>
          <a:solidFill>
            <a:srgbClr val="E6FBF7"/>
          </a:solidFill>
          <a:ln/>
        </p:spPr>
      </p:sp>
      <p:sp>
        <p:nvSpPr>
          <p:cNvPr id="41" name="Text 38"/>
          <p:cNvSpPr/>
          <p:nvPr/>
        </p:nvSpPr>
        <p:spPr>
          <a:xfrm>
            <a:off x="8313268" y="494690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T8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8880196" y="4946904"/>
            <a:ext cx="24153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deploy-ready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5074920" y="5943600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ordered, each independently checkable — the loop chews through them one at a time.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  ·  RoomChat worked example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37744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457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IT · 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spec as small tasks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names exactly what to build AND how you'll know it's done. That checkable “acceptance” line is what the verifier uses.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091153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423160"/>
            <a:ext cx="86868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569464"/>
            <a:ext cx="9539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scaffold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2926080"/>
            <a:ext cx="9539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listens on process.env.PORT, binds 0.0.0.0.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737360" y="3209544"/>
            <a:ext cx="9539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Acceptance: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start runs; the page loads at /.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75888"/>
            <a:ext cx="1091153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675888"/>
            <a:ext cx="86868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75888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822192"/>
            <a:ext cx="9539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messaging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4178808"/>
            <a:ext cx="9539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a message to its room only, with sender + time.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37360" y="4462272"/>
            <a:ext cx="9539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Acceptance: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tabs in one room see each other live; a third room sees nothing.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28616"/>
            <a:ext cx="1091153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928616"/>
            <a:ext cx="86868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28616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074920"/>
            <a:ext cx="9539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 deploy-ready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5431536"/>
            <a:ext cx="9539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render.yaml; client uses same-origin io(), no localhost URL.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737360" y="5715000"/>
            <a:ext cx="9539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Acceptance: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valid; no hardcoded localhost; README deploy steps present.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  ·  RoomChat worked example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37744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457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IT · 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— the agent's memory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126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PROGRESS.md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2697480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6974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Project scaffold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212080" y="2706624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E6FBF7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270662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209544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2095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 Lobby screen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212080" y="321868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E6FBF7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32186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721608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721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Join / create room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212080" y="373075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730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4233672"/>
            <a:ext cx="310896" cy="31089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233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2336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 Real-time messaging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212080" y="4242816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EEF2F7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424281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5840" y="4745736"/>
            <a:ext cx="310896" cy="31089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745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08760" y="47457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 Presence + join/leave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212080" y="475488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EEF2F7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47548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5840" y="5257800"/>
            <a:ext cx="310896" cy="31089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5257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08760" y="52578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 Disconnect handling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5212080" y="5266944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EE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52669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320" y="2011680"/>
            <a:ext cx="731520" cy="731520"/>
          </a:xfrm>
          <a:prstGeom prst="ellipse">
            <a:avLst/>
          </a:prstGeom>
          <a:solidFill>
            <a:srgbClr val="E6FBF7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7885" y="2187245"/>
            <a:ext cx="380390" cy="38039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132320" y="288036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lives in a file — not in one endless chat.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7132320" y="3611880"/>
            <a:ext cx="44192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 reads PROGRESS to know what's next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cycle can start with fresh context — no drift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crashes or you stop, nothing is lost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agent's working memory between iterations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  ·  RoomChat worked example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37744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457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IT · 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 prompt + guardrails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126480" cy="40233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instruction you paste 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PROJECT_SPEC and PROGRESS.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the first task that isn't DONE.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only that task.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it (run it, two clients).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it passes: mark DONE, commit.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it fails: fix, retry (max 3).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until all tasks pass.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when done, or after ~12 loops.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132320" y="1965960"/>
            <a:ext cx="731520" cy="7315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7885" y="2141525"/>
            <a:ext cx="380390" cy="3803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0100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2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94436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6368" y="2889504"/>
            <a:ext cx="4053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express + socket.io — ask before adding deps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5478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16368" y="3493008"/>
            <a:ext cx="4053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attempts per task, then stop &amp; report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15137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16368" y="4096512"/>
            <a:ext cx="4053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run at ~12 loops (no runaway cost)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75488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16368" y="4700016"/>
            <a:ext cx="4053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 files outside the project</a:t>
            </a:r>
            <a:endParaRPr lang="en-US" sz="14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535838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516368" y="5303520"/>
            <a:ext cx="4053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after each passing task — always recoverable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  ·  RoomChat worked example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237744" cy="23774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457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IT · 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prompt to live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37260" y="274320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30175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the loop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Claude Code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442" y="3154680"/>
            <a:ext cx="310896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81239" y="274320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559" y="301752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92619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builds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2392619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verifies T1–T8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421" y="3154680"/>
            <a:ext cx="310896" cy="29260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625218" y="274320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538" y="301752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236598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locally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4236598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tabs chat</a:t>
            </a:r>
            <a:endParaRPr lang="en-US" sz="12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400" y="3154680"/>
            <a:ext cx="310896" cy="29260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469197" y="274320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517" y="3017520"/>
            <a:ext cx="548640" cy="5486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080577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6080577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GitHub</a:t>
            </a:r>
            <a:endParaRPr lang="en-US" sz="12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4379" y="3154680"/>
            <a:ext cx="310896" cy="292608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8313176" y="274320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496" y="3017520"/>
            <a:ext cx="548640" cy="54864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924556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400" dirty="0"/>
          </a:p>
        </p:txBody>
      </p:sp>
      <p:sp>
        <p:nvSpPr>
          <p:cNvPr id="28" name="Text 17"/>
          <p:cNvSpPr/>
          <p:nvPr/>
        </p:nvSpPr>
        <p:spPr>
          <a:xfrm>
            <a:off x="7924556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Render</a:t>
            </a:r>
            <a:endParaRPr lang="en-US" sz="12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8358" y="3154680"/>
            <a:ext cx="310896" cy="292608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10157155" y="2743200"/>
            <a:ext cx="1097280" cy="10972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6000"/>
              </a:srgbClr>
            </a:outerShdw>
          </a:effectLst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31475" y="3017520"/>
            <a:ext cx="548640" cy="54864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9768535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URL</a:t>
            </a:r>
            <a:endParaRPr lang="en-US" sz="1400" dirty="0"/>
          </a:p>
        </p:txBody>
      </p:sp>
      <p:sp>
        <p:nvSpPr>
          <p:cNvPr id="33" name="Text 20"/>
          <p:cNvSpPr/>
          <p:nvPr/>
        </p:nvSpPr>
        <p:spPr>
          <a:xfrm>
            <a:off x="9768535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</a:t>
            </a:r>
            <a:endParaRPr lang="en-US" sz="1250" dirty="0"/>
          </a:p>
        </p:txBody>
      </p:sp>
      <p:sp>
        <p:nvSpPr>
          <p:cNvPr id="34" name="Shape 21"/>
          <p:cNvSpPr/>
          <p:nvPr/>
        </p:nvSpPr>
        <p:spPr>
          <a:xfrm>
            <a:off x="640080" y="5029200"/>
            <a:ext cx="10911535" cy="822960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/>
        </p:spPr>
      </p:sp>
      <p:sp>
        <p:nvSpPr>
          <p:cNvPr id="35" name="Text 22"/>
          <p:cNvSpPr/>
          <p:nvPr/>
        </p:nvSpPr>
        <p:spPr>
          <a:xfrm>
            <a:off x="1005840" y="502920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Heads-up on Render's free tier: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sleeps after ~15 min idle (slow first load), and rooms reset on restart (in-memory).</a:t>
            </a:r>
            <a:endParaRPr lang="en-US" sz="1400" dirty="0"/>
          </a:p>
        </p:txBody>
      </p:sp>
      <p:sp>
        <p:nvSpPr>
          <p:cNvPr id="36" name="Text 2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  ·  RoomChat worked example</a:t>
            </a:r>
            <a:endParaRPr lang="en-US" sz="1000" dirty="0"/>
          </a:p>
        </p:txBody>
      </p:sp>
      <p:sp>
        <p:nvSpPr>
          <p:cNvPr id="37" name="Text 24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to remember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+ Verifier + Hard stop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08760" y="2743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loop you can actually trust. Skip the verifier and errors ship silently.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harness beats the model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08760" y="3886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around the AI does the heavy lifting — not which model you picked.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one good loop, then add the next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08760" y="5029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it, live with it, compound. Don't try to automate everything on day one.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future of building with AI isn't a better prompt. It's a better loop.”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 Engineering</dc:title>
  <dc:subject>PptxGenJS Presentation</dc:subject>
  <dc:creator>Cowork</dc:creator>
  <cp:lastModifiedBy>Cowork</cp:lastModifiedBy>
  <cp:revision>1</cp:revision>
  <dcterms:created xsi:type="dcterms:W3CDTF">2026-06-20T06:09:31Z</dcterms:created>
  <dcterms:modified xsi:type="dcterms:W3CDTF">2026-06-20T06:09:31Z</dcterms:modified>
</cp:coreProperties>
</file>